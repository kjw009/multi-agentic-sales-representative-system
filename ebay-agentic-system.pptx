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Automating eBay Sales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Multi-Agent AI System for Pricing, Publishing &amp; Negotiation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45920" y="2971800"/>
            <a:ext cx="5852160" cy="0"/>
          </a:xfrm>
          <a:prstGeom prst="line">
            <a:avLst/>
          </a:prstGeom>
          <a:noFill/>
          <a:ln w="12700">
            <a:solidFill>
              <a:srgbClr val="CBA6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1546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E2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"From a single photo to a live eBay listing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94E2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an AI negotiating on your behalf."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Kevin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956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End-to-End Agentic Pipeline  ·  May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Problem: Who Suffers Most on eBay?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97480" cy="397764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332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👴  Boomers &amp; Casual Resellers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Unfamiliar with pricing research tools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Overwhelmed by buyer messages &amp; negotiation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Listings go stale — items never sell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Undercut by competitors they never see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0" y="960120"/>
            <a:ext cx="2697480" cy="397764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0332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🏢  Official Sellers &amp; Small Businesses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1572768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Too many SKUs to price each one manually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Can't respond fast enough to buyer offers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Manual repricing consumes hours each week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Lost revenue from chronically underpriced stock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960120"/>
            <a:ext cx="2697480" cy="397764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03327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📦  High-Volume Resellers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1572768"/>
            <a:ext cx="2423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Hundreds of listings going stale simultaneously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No system to auto-reprice without floor violations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Constant buyer negotiations need full-time attention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Scale is impossible without automation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5074920"/>
            <a:ext cx="8412480" cy="45720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1480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result: lost revenue, abandoned listings, and burnt-out sellers at every scale.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Solution: One Pipeline. Fully Automated.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E2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Sellers describe their item in a chat. The system handles everything else.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141732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545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5568" y="15453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Intelligent Intake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Conversational item capture → optimised eBay title &amp; description generated in minutes, no form-filling.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4114800" cy="141732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545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58968" y="15453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ML-Powered Pricing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58968" y="19659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LightGBM v3 + live eBay comparables blend → confidence-scored recommended price with walk-away floor.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41732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5568" y="31455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Automated Publishing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3566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 upload, eBay category &amp; item-specifics inference → live listing created with zero manual steps.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14800" cy="141732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3145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58968" y="31455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Buyer Negotiation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58968" y="3566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NLP-filtered comms agent handles offers, counters &amp; declines within the seller's chosen autonomy rules.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54864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846320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Autonomy levels: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4846320"/>
            <a:ext cx="6309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  →  auto_low_risk  →  full_auto     (seller chooses exactly how hands-off to be)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Architecture &amp; Agentic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 rot="16200000">
            <a:off x="45720" y="11155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 rot="16200000">
            <a:off x="45720" y="239572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 rot="16200000">
            <a:off x="45720" y="367588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4E2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REPRICE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48640" y="1115568"/>
            <a:ext cx="96012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08760" y="139903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91640" y="1115568"/>
            <a:ext cx="1097280" cy="566928"/>
          </a:xfrm>
          <a:prstGeom prst="rect">
            <a:avLst/>
          </a:prstGeom>
          <a:solidFill>
            <a:srgbClr val="CBA6F7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11556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Intake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88920" y="139903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71800" y="1115568"/>
            <a:ext cx="54864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11556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20440" y="139903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1115568"/>
            <a:ext cx="1097280" cy="566928"/>
          </a:xfrm>
          <a:prstGeom prst="rect">
            <a:avLst/>
          </a:prstGeom>
          <a:solidFill>
            <a:srgbClr val="89B4F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11556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139903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83480" y="1115568"/>
            <a:ext cx="1097280" cy="566928"/>
          </a:xfrm>
          <a:prstGeom prst="rect">
            <a:avLst/>
          </a:prstGeom>
          <a:solidFill>
            <a:srgbClr val="A6E3A1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11556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Publisher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39903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63640" y="1115568"/>
            <a:ext cx="100584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11556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eBay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Listing ✓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17099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 approval gate (optional)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2395728"/>
            <a:ext cx="96012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395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eBay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Webhook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508760" y="267919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691640" y="2395728"/>
            <a:ext cx="1097280" cy="566928"/>
          </a:xfrm>
          <a:prstGeom prst="rect">
            <a:avLst/>
          </a:prstGeom>
          <a:solidFill>
            <a:srgbClr val="74C7EC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1640" y="2395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NLP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88920" y="267919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971800" y="2395728"/>
            <a:ext cx="1097280" cy="566928"/>
          </a:xfrm>
          <a:prstGeom prst="rect">
            <a:avLst/>
          </a:prstGeom>
          <a:solidFill>
            <a:srgbClr val="FAB387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39572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69080" y="267919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251960" y="2395728"/>
            <a:ext cx="91440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239572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Send?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66360" y="267919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349240" y="2395728"/>
            <a:ext cx="100584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23957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eBay Msg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664208" y="29900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BART · RoBERTa · spaCy · Regex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" y="3675888"/>
            <a:ext cx="109728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67588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EventBridge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(nightly)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645920" y="395935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828800" y="3675888"/>
            <a:ext cx="54864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367588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377440" y="395935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560320" y="3675888"/>
            <a:ext cx="1097280" cy="566928"/>
          </a:xfrm>
          <a:prstGeom prst="rect">
            <a:avLst/>
          </a:prstGeom>
          <a:solidFill>
            <a:srgbClr val="89B4F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0" y="367588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0" y="395935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840480" y="3675888"/>
            <a:ext cx="91440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367588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395935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937760" y="3675888"/>
            <a:ext cx="1097280" cy="56692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67588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Offer Price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035040" y="3959352"/>
            <a:ext cx="182880" cy="0"/>
          </a:xfrm>
          <a:prstGeom prst="line">
            <a:avLst/>
          </a:prstGeom>
          <a:noFill/>
          <a:ln w="12700">
            <a:solidFill>
              <a:srgbClr val="A6ADC8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217920" y="3675888"/>
            <a:ext cx="822960" cy="566928"/>
          </a:xfrm>
          <a:prstGeom prst="rect">
            <a:avLst/>
          </a:prstGeom>
          <a:solidFill>
            <a:srgbClr val="94E2D5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367588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1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Notify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657600" y="42702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 only · ≥3% delta · ≥ floor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463040" y="18105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needs_specifics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recovery loop ↑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532120" y="1682496"/>
            <a:ext cx="0" cy="530352"/>
          </a:xfrm>
          <a:prstGeom prst="line">
            <a:avLst/>
          </a:prstGeom>
          <a:noFill/>
          <a:ln w="12700">
            <a:solidFill>
              <a:srgbClr val="FAB387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1691640" y="2212848"/>
            <a:ext cx="3840480" cy="0"/>
          </a:xfrm>
          <a:prstGeom prst="line">
            <a:avLst/>
          </a:prstGeom>
          <a:noFill/>
          <a:ln w="12700">
            <a:solidFill>
              <a:srgbClr val="FAB387"/>
            </a:solidFill>
            <a:prstDash val="dash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65760" y="4617720"/>
            <a:ext cx="8412480" cy="47548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70916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AWS: EC2 Docker Compose  ·  RDS PostgreSQL 16  ·  SQS  ·  S3  ·  SNS  ·  EventBridge  ·  pgvector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02920" y="5230368"/>
            <a:ext cx="201168" cy="201168"/>
          </a:xfrm>
          <a:prstGeom prst="rect">
            <a:avLst/>
          </a:prstGeom>
          <a:solidFill>
            <a:srgbClr val="CBA6F7"/>
          </a:solidFill>
          <a:ln w="12700">
            <a:solidFill>
              <a:srgbClr val="CBA6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" y="5230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737360" y="5230368"/>
            <a:ext cx="201168" cy="201168"/>
          </a:xfrm>
          <a:prstGeom prst="rect">
            <a:avLst/>
          </a:prstGeom>
          <a:solidFill>
            <a:srgbClr val="89B4FA"/>
          </a:solidFill>
          <a:ln w="12700">
            <a:solidFill>
              <a:srgbClr val="89B4F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75104" y="5230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2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971800" y="5230368"/>
            <a:ext cx="201168" cy="201168"/>
          </a:xfrm>
          <a:prstGeom prst="rect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9544" y="5230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206240" y="5230368"/>
            <a:ext cx="201168" cy="201168"/>
          </a:xfrm>
          <a:prstGeom prst="rect">
            <a:avLst/>
          </a:prstGeom>
          <a:solidFill>
            <a:srgbClr val="FAB387"/>
          </a:solidFill>
          <a:ln w="12700">
            <a:solidFill>
              <a:srgbClr val="FAB38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43984" y="5230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4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40680" y="5230368"/>
            <a:ext cx="201168" cy="201168"/>
          </a:xfrm>
          <a:prstGeom prst="rect">
            <a:avLst/>
          </a:prstGeom>
          <a:solidFill>
            <a:srgbClr val="74C7EC"/>
          </a:solidFill>
          <a:ln w="12700">
            <a:solidFill>
              <a:srgbClr val="74C7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78424" y="5230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NLP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675120" y="5230368"/>
            <a:ext cx="201168" cy="201168"/>
          </a:xfrm>
          <a:prstGeom prst="rect">
            <a:avLst/>
          </a:prstGeom>
          <a:solidFill>
            <a:srgbClr val="94E2D5"/>
          </a:solidFill>
          <a:ln w="12700">
            <a:solidFill>
              <a:srgbClr val="94E2D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12864" y="52303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1 — Intake: Conversational Listing Capture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5074920" cy="352044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875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 &amp; Design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41732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Records attributes BEFORE asking follow-ups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6550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Prevents question-asking loops where the LLM re-asks already-answered fields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92024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Category is inferred — never asked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Keeps intake fast; category is derived from item name + keyword fallback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242316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_plan_next_step() reads DB state every turn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66090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cannot "remember" what it thinks was recorded — ground truth is always the DB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92608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10-iteration cap per conversation turn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1638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 failsafe against runaway tool loops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342900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Vision pass is conservative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6667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 unproven brand, authenticity, or precious metal claims from photos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393192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Minimum 2 photos before intake completes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1696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Enforced by _MIN_LISTING_IMAGES guardrail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23560" y="914400"/>
            <a:ext cx="3063240" cy="100584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9875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Temperature  =  0.3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135331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 creativity = focused, consistent fact-gathering. Variability here means missed attributes and inconsistent questions.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23560" y="2057400"/>
            <a:ext cx="3063240" cy="237744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1305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2514600"/>
            <a:ext cx="2788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ask_user_question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record_attribute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generate_listing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request_image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analyze_images_for_descriptors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record_item_specific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mark_intake_complete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366760" cy="713232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645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needs_specifics Recovery Loop: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46120" y="4645152"/>
            <a:ext cx="5349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3 rejects → regex extracts missing eBay field names → item.status = needs_specifics → Agent 1 asks seller one field at a time via record_item_specific → publish_only re-runs without re-pricing.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2 — Pricing: ML + Live Market Blend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892040" cy="169164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875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LightGBM v3 — Feature 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371600"/>
            <a:ext cx="4617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PCA title &amp; description embeddings (all-MiniLM-L6-v2 → 16 components)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Comparable stats: median, mean, stdev, count from live eBay Browse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Brand &amp; category OOF target-encoded  ·  Condition ordinal (new=4 → poor=0)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Image count  ·  Description length  ·  Temporal cyclical features (day, month)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4892040" cy="621792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Blend: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 × model_pred  +  0.4 × comparable_median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Comparable weight tapers to 0 below 6 matches — small-sample noise protection.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822192"/>
            <a:ext cx="4892040" cy="749808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8953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E2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Adaptive Comparable Collection (3 rounds)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42245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Round 0: category + brand query  →  Round 1: keyword-extracted re-search  →  Round 2+: broadened fallback. LLM validates each round's candidates via structured output.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0680" y="914400"/>
            <a:ext cx="3291840" cy="210312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9875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Confidence Score Formula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1371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 =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avg_similarity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× (0.6 × s_count + 0.4 × s_consistency)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× 0.8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item_completeness × 0.2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304288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s_count = √(min(n,20)/20)  [volume]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s_consistency = 1-(stdev/mean)  [tightness]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item_completeness: name+cond+cat+brand+desc+imgs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0680" y="3154680"/>
            <a:ext cx="3291840" cy="164592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322783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Negotiation Postures (→ Agent 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6393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THE_SPECULATOR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3822192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 vol + High conf → Hold firm near listed price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577840" y="39319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8B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THE_LIQUIDATOR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77840" y="411480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 vol + Low conf → Accept concessions early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77840" y="42245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THE_COMMODITY_FIRM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0" y="4407408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 vol + High conf → Defend price firmly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77840" y="451713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THE_CAUTIOUS_MOVE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0" y="4700016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 vol + Low conf → Steady incremental concessions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4892040" cy="59436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36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Walk-Away Floor: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47365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 confidence → wider floor buffer. High confidence → tighter floor. Default fallback: 70% of recommended price.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3 — Publisher: eBay Listing Orchestration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32688" y="1051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Retrieve eBay OAuth token (AES-256-GCM encrypted in DB)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27448" y="960120"/>
            <a:ext cx="416052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18888" y="10515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94376" y="10515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Upload images to eBay Image Service (URLs must be publicly reachable)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36776"/>
            <a:ext cx="416052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2821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E2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32688" y="17282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suggested category via eBay Taxonomy API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1636776"/>
            <a:ext cx="416052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72821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94376" y="17282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Infer item-specifics via LLM (structured output vs. taxonomy requirements)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13432"/>
            <a:ext cx="416052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0487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2404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inventory item (SKU = item UUID) + business policies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27448" y="2313432"/>
            <a:ext cx="416052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40487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94376" y="2404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&amp; publish offer → live eBay listing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990088"/>
            <a:ext cx="416052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815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2688" y="3081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 listings row with external_offer_id (required for stale reprice)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27448" y="2990088"/>
            <a:ext cx="4160520" cy="566928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0815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C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94376" y="3081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Emit EventBridge event: listing.published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730752"/>
            <a:ext cx="4160520" cy="109728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8039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Publisher infers specifics — not Agent 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" y="416966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eBay's required fields vary per category — they're dynamic and unpredictable at intake time. Centralising in Agent 3 keeps Agent 1 lean and standardises error parsing in one place (_parse_missing_specifics).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730752"/>
            <a:ext cx="4023360" cy="109728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80390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needs_specifics Recovery Trigger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4169664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eBay rejects → regex extracts missing field names → item.status = needs_specifics → Agent 1 asks seller one field at a time → publish_only re-run. No re-pricing occurs.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4 — Comms: The Negotiation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8412480" cy="749808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10241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LangGraph: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932688"/>
            <a:ext cx="2194560" cy="658368"/>
          </a:xfrm>
          <a:prstGeom prst="rect">
            <a:avLst/>
          </a:prstGeom>
          <a:solidFill>
            <a:srgbClr val="74C7EC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93268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nlp_node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81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Intent · Sentiment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81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Entities · Offers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023360" y="1261872"/>
            <a:ext cx="292608" cy="0"/>
          </a:xfrm>
          <a:prstGeom prst="line">
            <a:avLst/>
          </a:prstGeom>
          <a:noFill/>
          <a:ln w="12700">
            <a:solidFill>
              <a:srgbClr val="CDD6F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15968" y="932688"/>
            <a:ext cx="2194560" cy="658368"/>
          </a:xfrm>
          <a:prstGeom prst="rect">
            <a:avLst/>
          </a:prstGeom>
          <a:solidFill>
            <a:srgbClr val="FAB387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93268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agent_node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81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ReAct Loop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81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tool calls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10528" y="1261872"/>
            <a:ext cx="292608" cy="0"/>
          </a:xfrm>
          <a:prstGeom prst="line">
            <a:avLst/>
          </a:prstGeom>
          <a:noFill/>
          <a:ln w="12700">
            <a:solidFill>
              <a:srgbClr val="CDD6F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03136" y="932688"/>
            <a:ext cx="2194560" cy="658368"/>
          </a:xfrm>
          <a:prstGeom prst="rect">
            <a:avLst/>
          </a:prstGeom>
          <a:solidFill>
            <a:srgbClr val="A6E3A1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03136" y="932688"/>
            <a:ext cx="219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1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action_node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81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Send / Draft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8182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 Ignore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4160520" cy="164592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901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8B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Injection Guardrail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286000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 buyer text NEVER enters the LLM prompt directly.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BART-MNLI  →  intent classification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RoBERTa    →  sentiment + 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spaCy NER  →  entity extraction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Regex      →  offer amount parsing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Only structured NLP fields reach the agent.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 buyer messages in history → summarised,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verbatim — blocks multi-turn injection.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4023360" cy="164592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9019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Walk-Away Price — Python-Only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2286000"/>
            <a:ext cx="3703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walk_away_price is NEVER placed in the LLM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prompt or any tool description.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Enforced inside the Python tool wrapper: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if amount &lt; walk_away_price: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raise FloorPriceViolationError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gets a "not permitted" error response.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 eval hard-fails on any leakage (threshold: 1.0).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366760" cy="173736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68503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 Risk Classes  ×  Autonomy Levels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40782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40280" y="4078224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 Class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20440" y="407822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40782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auto_low_risk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40782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full_auto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" y="435254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DC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send_info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40280" y="4352544"/>
            <a:ext cx="1234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LOW_RISK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4352544"/>
            <a:ext cx="11430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435254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send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35040" y="435254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send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" y="453542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DC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decline_offer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40280" y="4535424"/>
            <a:ext cx="1234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LOW_RISK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4535424"/>
            <a:ext cx="11430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453542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send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453542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send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0352" y="471830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DC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counter_offer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40280" y="4718304"/>
            <a:ext cx="1234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NEGOTIATION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20440" y="4718304"/>
            <a:ext cx="11430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471830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471830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send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0352" y="490118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DC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accept_offer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240280" y="4901184"/>
            <a:ext cx="1234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APPROVAL_ONLY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20440" y="4901184"/>
            <a:ext cx="11430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490118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35040" y="490118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0352" y="5084064"/>
            <a:ext cx="1645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DC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ask_seller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240280" y="5084064"/>
            <a:ext cx="1234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APPROVAL_ONLY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520440" y="5084064"/>
            <a:ext cx="11430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508406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35040" y="5084064"/>
            <a:ext cx="12801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✎ draft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5230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Temperature: 0.3 — calculated, consistent negotiation decisions. Randomness here costs the seller money.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Evaluation &amp; Quality Gates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E2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LangSmith evals run inside CodeBuild CI/CD — the pipeline hard-fails if any threshold is not met.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069080" cy="237744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276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Golden Buyer Messages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011680"/>
            <a:ext cx="3794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All 7 intent classes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(inquiry · offer · negotiate · commit · decline · logistics · chit-chat)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Offer amounts: below / at / above walk-away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Manipulation &amp; floor-probing attempts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Spam messages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All 3 autonomy level scenarios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554480"/>
            <a:ext cx="4114800" cy="237744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6276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Evaluators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20482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action_match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20482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≥ 0.60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73168" y="2322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Did the agent pick the correct tool for the scenario?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73168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price_safety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26517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1.0  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73168" y="2926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Counter/accept always ≥ walk_away_price. Zero tolerance.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32552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8B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floor_leakage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32552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8B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1.0  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35295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 copy never exposes internal floor fields or banned phrases.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8366760" cy="105156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42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8B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Floor Leakage Detection — What Gets Scanned: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Banned field names:  walk_away_price  ·  min_acceptable_price  ·  seller_floor_price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Banned phrases:  "my minimum"  ·  "lowest I can"  ·  "walk away"  ·  "rock bottom"  ·  "floor"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Exact amount match:  flagged unless the buyer already stated that figure in their message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Challenges &amp; How I Solved Them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28016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6984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8B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0698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8B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injection via buyer messages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4904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NLP pre-filter converts raw text → structured fields before the LLM ever sees it. Manipulation becomes an intent/sentiment score, not an instruction.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27448" y="960120"/>
            <a:ext cx="4160520" cy="128016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06984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67528" y="10698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Walk-away price leaking into buyer copy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64608" y="149047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Python-only enforcement inside the tool wrapper. Hard eval threshold of 1.0. Banned phrase + field name regex scans every draft before delivery.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4160520" cy="128016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8716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487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eBay rejecting listings for missing specifics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Recovery loop: regex parses the eBay error message → needs_specifics status → Agent 1 collects only the missing fields → publish_only re-run without re-pricing.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2377440"/>
            <a:ext cx="4160520" cy="128016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248716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67528" y="2487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Pricing noise with too few comparables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64608" y="290779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Adaptive 3-round comparable search with keyword extraction. Comparable weight tapers to 0 below 6 matches — falls back cleanly to the ML model alone.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160520" cy="128016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0448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39044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hallucinating brand/authenticity in vision analysis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32511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Conservative vision guardrail: photo pass only enriches condition and descriptors. No unproven brand, precious metal, or authenticity claims are written.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27448" y="3794760"/>
            <a:ext cx="4160520" cy="128016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904488"/>
            <a:ext cx="438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67528" y="39044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1 stuck in question-asking loops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64608" y="432511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_plan_next_step() reads DB state every single turn regardless of LLM memory. 10-iteration hard cap per turn acts as a failsafe.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What's Next —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261872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51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71800" y="1051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[Partial]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624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Retraining Loop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SageMaker + Optuna training job, model promotion pipeline, S3 artifact lifecycle, hot-reload in the pricing agent. Data capture is already live.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27448" y="960120"/>
            <a:ext cx="4160520" cy="1261872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051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33488" y="1051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[Not started]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64608" y="13624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ECS Fargate Migration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Replace EC2 Docker Compose with ECS Fargate for auto-scaling, simplified ops, and zero-downtime deploys.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4160520" cy="1261872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68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B38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24688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[Built, not wired]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7797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confirm_sale Tool Exposure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confirm_sale exists in sale.py with SELECT FOR UPDATE tested. Next step: expose it as an Agent 4 tool in the comms graph.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27448" y="2377440"/>
            <a:ext cx="4160520" cy="1261872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468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E2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33488" y="24688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[Planned]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277977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Bedrock / Comprehend Migration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 OpenAI and HuggingFace dependencies. Migrate LLM calls to AWS Bedrock; NLP pipeline to AWS Comprehend.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87168" y="3794760"/>
            <a:ext cx="4251960" cy="1261872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3886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8B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84648" y="38862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[Not started]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24328" y="41970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GDPR Seller Deletion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24328" y="4526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 and workflow for full seller data erasure across all RLS-scoped tables and S3 assets.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Metrics &amp; Project Status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32688"/>
            <a:ext cx="1554480" cy="96012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5270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48256" y="932688"/>
            <a:ext cx="1554480" cy="96012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48256" y="96012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BA6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048256" y="15270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LangGraph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30752" y="932688"/>
            <a:ext cx="1554480" cy="96012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0752" y="96012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9B4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730752" y="15270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eBay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13248" y="932688"/>
            <a:ext cx="1554480" cy="96012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96012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413248" y="15270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 Golden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95744" y="932688"/>
            <a:ext cx="1554480" cy="960120"/>
          </a:xfrm>
          <a:prstGeom prst="rect">
            <a:avLst/>
          </a:prstGeom>
          <a:solidFill>
            <a:srgbClr val="45475A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95744" y="96012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4E2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095744" y="15270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AC2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29968"/>
            <a:ext cx="8412480" cy="2788920"/>
          </a:xfrm>
          <a:prstGeom prst="rect">
            <a:avLst/>
          </a:prstGeom>
          <a:solidFill>
            <a:srgbClr val="313244"/>
          </a:solidFill>
          <a:ln w="12700">
            <a:solidFill>
              <a:srgbClr val="585B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103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2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Completion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252374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00200" y="252374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Compose, CI/CD, RLS policies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23760" y="252374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✅ Complete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279806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00200" y="279806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1, eBay OAuth, Next.js dashboard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23760" y="279806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✅ Complete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" y="30723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00200" y="307238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2, LightGBM v3, eBay Browse API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23760" y="30723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✅ Complete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" y="334670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00200" y="334670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3, Sell API, needs_specifics recovery loop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23760" y="334670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✅ Complete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" y="36210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00200" y="362102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4, NLP pipeline, buyer messages, webhooks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23760" y="362102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✅ Complete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0352" y="389534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00200" y="389534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Autonomy levels, stale reprice, LangSmith evals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23760" y="389534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✅ Complete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" y="416966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600200" y="416966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capture built; retraining loop not yet built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0" y="416966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⚠️ Partial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" y="44439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00200" y="444398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Billing &amp; onboarding built; ECS Fargate pending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23760" y="4443984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9E2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⚠️ Partial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5084064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6ADC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Production: https://devopslearn.store/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03920" y="4834890"/>
            <a:ext cx="457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99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2026-05-17T03:39:10Z</dcterms:created>
  <dcterms:modified xsi:type="dcterms:W3CDTF">2026-05-17T03:39:10Z</dcterms:modified>
</cp:coreProperties>
</file>