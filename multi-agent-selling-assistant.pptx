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132320" y="-457200"/>
            <a:ext cx="2743200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7863840" y="-182880"/>
            <a:ext cx="1463040" cy="14630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83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SOLO-BUILT  ·  AI SYSTEM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126187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11480" y="208483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Assistant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11480" y="30906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 eBay sales representative — from item description to sold.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4573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LangGraph  ·  LightGBM + XGBoost  ·  Claude Sonnet 4.6  ·  eBay APIs  ·  AWS SQS  ·  PostgreSQL + pgvector  ·  LangSmith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secondhand is a full-time job most people quit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97480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269748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76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guesswork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257860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underprice out of uncertainty or laziness, leaving money on the table with no market data to guide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417320"/>
            <a:ext cx="2697480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417320"/>
            <a:ext cx="269748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276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Abandoned listings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401568" y="257860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messages go unanswered for hours. Negotiations stall. Interested buyers move on to the next listing.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17336" y="1417320"/>
            <a:ext cx="2697480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17336" y="1417320"/>
            <a:ext cx="269748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6276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everything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54496" y="257860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titles, descriptions, uploading images, repricing — done by hand, again and again, for every single item.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items sell for less than they're worth — or never sell at all.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conversation. A live eBay listing. An AI negotiating on your behalf.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01168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078992"/>
            <a:ext cx="438912" cy="43891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691640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your item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2871216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AI. It infers the category, asks 2–4 targeted questions, and generates an eBay-optimised title and description.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67712" y="2798064"/>
            <a:ext cx="164592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32304" y="96012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32304" y="960120"/>
            <a:ext cx="2011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107899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691640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23744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smart price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542032" y="2871216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model + 20 live eBay comparables produce a data-driven recommended price with a confidence interval.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43984" y="2798064"/>
            <a:ext cx="164592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08576" y="96012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08576" y="960120"/>
            <a:ext cx="20116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94960" y="10789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9496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691640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on eBay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718304" y="2871216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publishes a fully-formed listing via the official eBay Sell API. No copy-pasting, no manual form-filling.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620256" y="2798064"/>
            <a:ext cx="164592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84848" y="96012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84848" y="960120"/>
            <a:ext cx="2011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71232" y="1078992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71232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91640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76288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handles buyers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894576" y="2871216"/>
            <a:ext cx="1792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messages trigger the NLP pipeline. The AI drafts responses, negotiates offers, and confirms sales autonomously.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intake → pricing → publishing.  Event-driven buyer comms via eBay webhooks.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control flows, one coherent system — FastAPI + LangGraph at the centre.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3886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" y="1453896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35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Seller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 ·  Pricing panel  ·  Listing status  ·  Inbox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2020824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02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185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 ·  Webhook handler  ·  State handoffs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587752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69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7523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 ·  HNSW vector index  ·  Row-level security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3154680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36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AWS SQS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queues  ·  Event bus  ·  EventBridge scheduler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3721608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Cloudflare R2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8862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image storage (MinIO local, R2 in prod)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" y="4288536"/>
            <a:ext cx="50292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270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APIs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453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 ·  Sell  ·  Inventory  ·  Messaging  ·  Webhooks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932688"/>
            <a:ext cx="45262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996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Flow — Listing Creation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26280" y="1371600"/>
            <a:ext cx="1188720" cy="5486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1618488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1371600"/>
            <a:ext cx="1188720" cy="5486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59752" y="1618488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15784" y="1371600"/>
            <a:ext cx="1188720" cy="5486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15784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26280" y="1993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handoffs — each step depends strictly on the previous output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2926080"/>
            <a:ext cx="4526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2628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 Flow — Post-Listing (Buyer Comms)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53712" y="3364992"/>
            <a:ext cx="118872" cy="1188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337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Webhook → POST /webhooks/ebay/messages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53712" y="3694176"/>
            <a:ext cx="118872" cy="1188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6667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signature verified → message persisted to DB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53712" y="4023360"/>
            <a:ext cx="118872" cy="1188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emitted → Agent 4 SQS worker picks up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53712" y="4352544"/>
            <a:ext cx="118872" cy="1188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3251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→ LLM reply draft → eBay Messaging API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53712" y="4681728"/>
            <a:ext cx="118872" cy="1188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4654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confirmed → listing cleanup triggered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agent has a single responsibility and a well-defined data contract.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50292" cy="194767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60704"/>
            <a:ext cx="438912" cy="43891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0607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 Agent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13716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item elicitation via tool-calling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category &amp; brand from item name automatically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12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eBay-optimised title + description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ItemIntakePayload → LangGraph handoff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932688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32688"/>
            <a:ext cx="50292" cy="1947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06070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8112" y="10607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Agent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68112" y="13716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eBay Browse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78-feature ML model, Optuna-tuned (60-trial 5-fold CV)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20 live eBay comparable listings per item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212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model prediction (60%) + comparable median (40%)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PricePrediction with confidence interval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50292" cy="1947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14553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3145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Publisher Agent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7552" y="34564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Sell / Inventory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Inventory Item + Offer via eBay REST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40050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eBay sandbox quirks with graceful fallbacks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" y="42976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listing.published on confirmed sale cleanup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8912" y="4590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ListingRecord written to PostgreSQL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17520"/>
            <a:ext cx="50292" cy="1947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145536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68112" y="3145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Comms Agent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68112" y="34564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· BART-MNLI · Claude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1947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pipeline: intent, sentiment, offer extraction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19472" y="40050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walk_away_price enforced by Python wrapper (never LLM)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19472" y="42976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mode: all replies surface for seller approval first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9472" y="4590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outbound reply via eBay Messaging 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#1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1: The intake agent was a form filler, not an assistant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8404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63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Three Problems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110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inference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"which category?" for obvious items — e.g. "Nike Air Max 90" → clearly Trainers. Every seller had to spell it out.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779776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889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seller input as listing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026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seller typed became the eBay title and description. No SEO optimisation, no formatting, no character-limit awareness.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657600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667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chased missing fields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9044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only aimed at ticking form boxes. Never probed for specs, defects, or details that matter for pricing accuracy.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26280" y="1298448"/>
            <a:ext cx="42976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26280" y="1298448"/>
            <a:ext cx="4297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4475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38928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Intake Agent v2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1901952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19110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Inference-first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54880" y="2148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infers category and brand from the item name. Only asks the seller to confirm when the result is genuinely ambiguous.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17720" y="2779776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7889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Enrichment-driven questions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30266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2–4 targeted questions based on the item's category — storage capacity for phones, sole condition for trainers — powered by a per-category enrichment hints system.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17720" y="3657600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36667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listings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754880" y="39044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generate_listing tool calls the LLM with a dedicated prompt to produce an eBay-optimised title (≤80 chars, SEO-friendly) and a 2–4 sentence factual description, then presents it to the seller for approval.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#2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2: Couldn't reach 20 comparables — and returned a price of £0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96512" cy="1664208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9496" y="1453896"/>
            <a:ext cx="384048" cy="38404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4984" y="14813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eBay sort order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883664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"sort": "price" forced eBay to return the cheapest items first — phone cases, packaging, broken parts. The LLM filter correctly rejected all of them, leaving 0 valid comparables.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31343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295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F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sort parameter entirely. eBay's default "Best Match" ranking returns significantly more relevant results for the target item.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27448" y="1325880"/>
            <a:ext cx="4096512" cy="1664208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55464" y="1453896"/>
            <a:ext cx="384048" cy="38404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55464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30952" y="14813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loop exit on empty round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88366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search round returned 0 new candidates, the loop broke out entirely — the multi-round adaptive fallback never got a chance to engage.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31343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11496" y="2295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F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break → continue so the fallback logic properly runs when Round 0 struggles, instead of failing immediately.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11480" y="3127248"/>
            <a:ext cx="4096512" cy="1664208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39496" y="3255264"/>
            <a:ext cx="384048" cy="38404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39496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14984" y="32826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refinement too sharp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68503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5528" y="3666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query was built from the top 8 keywords extracted from existing comparables. An 8-keyword eBay query is too restrictive and routinely returned zero results.</a:t>
            </a:r>
            <a:endParaRPr lang="en-US" sz="9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411480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5528" y="4096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F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top 5 keywords (top_n = 5). Smoother fallback queries match far more listings without sacrificing relevance.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727448" y="3127248"/>
            <a:ext cx="4096512" cy="1664208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855464" y="3255264"/>
            <a:ext cx="384048" cy="38404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855464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330952" y="32826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conditionIds filter breaking pricing</a:t>
            </a:r>
            <a:endParaRPr lang="en-US" sz="11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685032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11496" y="3666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 API conditionIds filter silently returned 0 results for many items, causing the pricing agent to output £0 as the recommended price.</a:t>
            </a:r>
            <a:endParaRPr lang="en-US" sz="9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4114800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11496" y="4096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F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broken filter. Also reduced _MAX_SEARCH_ROUNDS from 3 → 2 — with the above fixes, 20 comparables are consistently found in two rounds.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#3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Observability: HTTP 500s from Agent 1 — no way to know why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8404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63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Flying Blind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110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errors with no root cause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was returning 500s intermittently. The logs showed the error at the API layer but gave no visibility into what was happening inside the LangGraph execution.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779776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889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span-level tracing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026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LangGraph node transition, tool call, and LLM invocation was a black box. Impossible to tell which step failed or why — whether it was a bad tool input, a model timeout, or a prompt issue.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657600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667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was pure guesswork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9044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traces, fixing agent behaviour meant adding print statements, guessing at root causes, and re-running the full pipeline each time to test a hypothesis.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26280" y="1298448"/>
            <a:ext cx="42976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26280" y="1298448"/>
            <a:ext cx="4297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4475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38928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LangSmith Tracing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1901952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19110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span-level visibility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54880" y="2148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@traceable decorators across all four agents in agent.py, graph.py, and tools.py. Every LangGraph node transition, LLM call, and tool execution is now a named span in LangSmith.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17720" y="2779776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7889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into API and Celery workers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30266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configure_tracing() called at startup in both apps/api/main.py and workers/celery_app.py — traces captured for synchronous API requests and async background tasks alike.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17720" y="3657600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36667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 seconds, not hours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754880" y="39044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500 errors became immediately diagnosable: prompt tokens, model version, tool inputs, and exact failure point are all visible per-trace. No more guesswork — fix the right thing, first time.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#4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CI/CD: Code was deploying to production with zero quality checks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8404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63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Bare-Minimum Deploy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110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buildspec.yml had a single build phase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went straight to the EC2 deploy via SSM — no lint, no type checks, no tests. Broken or badly typed code could silently reach production on every push.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779776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889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pre-deploy validation at all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026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checked code quality before deployment. A failing test, a ruff violation, or a broken Dockerfile would only be discovered after the damage was done in production.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657600"/>
            <a:ext cx="502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667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CI equivalent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9044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had no single command to mirror what the build pipeline did. Every push to production was a leap of faith.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26280" y="1298448"/>
            <a:ext cx="4297680" cy="352044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26280" y="1298448"/>
            <a:ext cx="4297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4475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38928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CodeBuild Pre-Deploy Gates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1901952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19110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pre_build phases added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54880" y="2148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buildspec.yml now runs install (uv sync, npm ci) and pre_build before the deploy. pre_build is set to on-failure: ABORT — if any check fails, the EC2 deploy never runs.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17720" y="2779776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7889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quality gates in pre_build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30266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check, ruff format, mypy, pytest --cov, docker build (privileged mode), and Next.js build all run in sequence. Every angle covered before a single line reaches production.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17720" y="3657600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36667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ci mirrors pre_build locally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754880" y="39044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make ci command runs fmt → lint → mypy → test in the same sequence as pre_build, so the full check can be verified locally before pushing. No more surprise failures.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2: From fragmented notebooks to a production-grade pricing engine.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26517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32688"/>
            <a:ext cx="265176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78992"/>
            <a:ext cx="658368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536192"/>
            <a:ext cx="80467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36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separate Jupyter notebooks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487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only (no hyperparameter tuning)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 engineering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584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serving / registry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907792"/>
            <a:ext cx="18288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932688"/>
            <a:ext cx="26517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932688"/>
            <a:ext cx="265176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078992"/>
            <a:ext cx="658368" cy="34747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0789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78808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Pipeline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1536192"/>
            <a:ext cx="804672" cy="25603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536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29000" y="19385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full_ML_Pipeline.ipynb (EDA → training)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487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+ 60-trial Optuna, 5-fold stratified CV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features: embeddings → PCA, OOF target encoding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584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0.73  ·  MAE £48  ·  Within-20%: 41.5%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907792"/>
            <a:ext cx="18288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932688"/>
            <a:ext cx="26517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932688"/>
            <a:ext cx="2651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078992"/>
            <a:ext cx="6583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0789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13448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Model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1536192"/>
            <a:ext cx="80467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1536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19385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with improved, larger dataset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487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preprocessing pipeline in progress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model evaluation planned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584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date feature to be added to training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Migrated from Celery + Redis to a fully managed AWS event pipeline.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3886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388620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96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— Local-First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 + Redis as the task broker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for all scheduled jobs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41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managing every 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(no CI/CD pipeline)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655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 across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2926080"/>
            <a:ext cx="82296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715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83480" y="932688"/>
            <a:ext cx="3886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932688"/>
            <a:ext cx="388620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996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AWS-Native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66360" y="1417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SQS — managed queues, no Redis broker needed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9293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 — replaces Celery Beat entirely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441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 → SSM → EC2 — automated CI/CD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953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across all four agents end-to-end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4655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ngrok-verified eBay webhook endpoint (sandbox tested)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choices that make the system safe, reliable, and extensible.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50292" cy="194767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24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042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walk_away_price never in an LLM prompt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negotiation floor is enforced by a Python wrapper around every Agent 4 tool call — independently of anything the LLM says. The LLM never sees min_acceptable_price.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32688"/>
            <a:ext cx="50292" cy="1947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24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1042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… FOR UPDATE on sale confirmation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9472" y="155448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 confirmations run inside a serialisable transaction to prevent double-sell races when two buyers accept an offer simultaneously on different threads.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50292" cy="1947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eBay-first; Chrome extension for everything else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63931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is the only major marketplace with a full seller API. Depop, Vinted, and Facebook Marketplace are handled via a Chrome extension running in the seller's own browser session.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20624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50292" cy="1947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3127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Row-level security on all seller data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363931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policies ensure no seller can ever see another seller's data — even if a query bug slips through the application layer. Defence in depth.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9.5-week solo build. Phases 0–3 complete, Phase 4 in progress.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27432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69848"/>
            <a:ext cx="5029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0–1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1088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 + 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docker-compose, CI/CD, Alembic migrations, JWT auth, eBay OAuth PKCE flow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32688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32688"/>
            <a:ext cx="27432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069848"/>
            <a:ext cx="5029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69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2–3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04488" y="1088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+ Publisher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18105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model, eBay Browse API comparables, Sell API listing creation, publisher agent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932688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932688"/>
            <a:ext cx="2743200" cy="5029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069848"/>
            <a:ext cx="502920" cy="3200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069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03136" y="1088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Comms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08776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 Progress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08776" y="18105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pipeline, eBay webhooks, Agent 4, draft mode, sale confirmation transaction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274320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154680"/>
            <a:ext cx="50292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 + Reprice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5935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89534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controls, stale listing repricing, LLM prompt regression test suite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72968" y="3017520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3017520"/>
            <a:ext cx="274320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0128" y="3154680"/>
            <a:ext cx="50292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04488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Retraining Loop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0128" y="35935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389534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training pipeline, model promotion logic, MAE trend dashboard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71616" y="3017520"/>
            <a:ext cx="27432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71616" y="3017520"/>
            <a:ext cx="274320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3154680"/>
            <a:ext cx="50292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03136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08776" y="35935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08776" y="389534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billing, web polish, public demo, Railway/Fly.io production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132320" y="2926080"/>
            <a:ext cx="2743200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7680960" y="3200400"/>
            <a:ext cx="1645920" cy="164592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developer. One conversation.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that sells for you.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192024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331720"/>
            <a:ext cx="192024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423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192024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423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0916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Comparables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331720"/>
            <a:ext cx="192024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423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6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9.5wk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5800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0001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LangGraph  ·  LightGBM  ·  Claude Sonnet 4.6  ·  eBay APIs  ·  AWS SQS  ·  PostgreSQL + pgvector  ·  LangSmith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9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github.com/kjw009/multi-agentic-sales-representative-system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Selling Assistant</dc:title>
  <dc:subject>PptxGenJS Presentation</dc:subject>
  <dc:creator>PptxGenJS</dc:creator>
  <cp:lastModifiedBy>PptxGenJS</cp:lastModifiedBy>
  <cp:revision>1</cp:revision>
  <dcterms:created xsi:type="dcterms:W3CDTF">2026-05-05T11:53:10Z</dcterms:created>
  <dcterms:modified xsi:type="dcterms:W3CDTF">2026-05-05T11:53:10Z</dcterms:modified>
</cp:coreProperties>
</file>