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82880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822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2975458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29754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 |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Assistant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321868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Deep-Dive: Autonomous Agents in Production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4005072"/>
            <a:ext cx="8046720" cy="0"/>
          </a:xfrm>
          <a:prstGeom prst="line">
            <a:avLst/>
          </a:prstGeom>
          <a:noFill/>
          <a:ln w="6350">
            <a:solidFill>
              <a:srgbClr val="8AA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096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 |  4 Agents  ·  LangGraph  ·  AWS  ·  FastAPI  ·  eBay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31520"/>
            <a:ext cx="5074920" cy="3858768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78638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second-hand items is a 6-step manual grind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0040" y="1335024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3502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33502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item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1773936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73936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" y="177393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comparable prices manually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1284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" y="22128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optimised listing title &amp; description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2651760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5176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" y="26517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eBay — item specifics, shipping, etc.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067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309067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buyer questions and negotiate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3529584"/>
            <a:ext cx="685800" cy="30175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2958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352958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sale across multiple platforms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76672" y="731520"/>
            <a:ext cx="3584448" cy="1152144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76672" y="777240"/>
            <a:ext cx="3584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5376672" y="1371600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listing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76672" y="1993392"/>
            <a:ext cx="3584448" cy="1152144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76672" y="2039112"/>
            <a:ext cx="3584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5376672" y="2633472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needing listing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76672" y="3255264"/>
            <a:ext cx="3584448" cy="1152144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76672" y="3300984"/>
            <a:ext cx="3584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5376672" y="3895344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today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 Agents, 1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2029968" cy="18745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49808"/>
            <a:ext cx="2029968" cy="310896"/>
          </a:xfrm>
          <a:prstGeom prst="rect">
            <a:avLst/>
          </a:prstGeom>
          <a:solidFill>
            <a:srgbClr val="00C4D4">
              <a:alpha val="80000"/>
            </a:srgbClr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4980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 ·  Intake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09728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Chat-driven item capture, category inference, AI listing generation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687068"/>
            <a:ext cx="20116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749808"/>
            <a:ext cx="2029968" cy="18745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749808"/>
            <a:ext cx="2029968" cy="310896"/>
          </a:xfrm>
          <a:prstGeom prst="rect">
            <a:avLst/>
          </a:prstGeom>
          <a:solidFill>
            <a:srgbClr val="3E9BFF">
              <a:alpha val="80000"/>
            </a:srgbClr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736" y="74980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 ·  Pricing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9736" y="109728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eBay comparables + LightGBM v3 blended price recommendation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25696" y="1687068"/>
            <a:ext cx="20116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749808"/>
            <a:ext cx="2029968" cy="18745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749808"/>
            <a:ext cx="2029968" cy="310896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74980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 ·  Publisher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0872" y="109728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Sell API — live listing + reactive item-specifics recovery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1687068"/>
            <a:ext cx="20116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749808"/>
            <a:ext cx="2029968" cy="18745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749808"/>
            <a:ext cx="2029968" cy="310896"/>
          </a:xfrm>
          <a:prstGeom prst="rect">
            <a:avLst/>
          </a:prstGeom>
          <a:solidFill>
            <a:srgbClr val="3DCB8A">
              <a:alpha val="80000"/>
            </a:srgbClr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74980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 ·  Comms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109728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intent/sentiment + autonomous buyer reply with guardrails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" y="2798064"/>
            <a:ext cx="8796528" cy="1783080"/>
          </a:xfrm>
          <a:prstGeom prst="rect">
            <a:avLst/>
          </a:prstGeom>
          <a:solidFill>
            <a:srgbClr val="0A162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28437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2608" y="3236976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200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queue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18688" y="3236976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3200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46704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236976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3200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+ pgvector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72784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" y="3803904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767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0624" y="3968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18688" y="3803904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3767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46704" y="3968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44768" y="3803904"/>
            <a:ext cx="54864" cy="31089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3767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Docker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72784" y="3968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worker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2843784"/>
            <a:ext cx="3725266" cy="246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2843784"/>
            <a:ext cx="37252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eBay: only platform with server-side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Issue: The Form-Filler &amp; The Infinite 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300630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3006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#24  |  PR #31  |  PR #43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005840"/>
            <a:ext cx="54864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2984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inference: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" y="149961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'which category?' for obvious items like Nike Air Max 90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" y="17190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enrichment: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" y="19202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seller input used as title — no eBay SEO optimisation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" y="213969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(PR #43):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1752" y="23408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replies re-routed into name field — agent repeated the same question forever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670048"/>
            <a:ext cx="4315968" cy="868680"/>
          </a:xfrm>
          <a:prstGeom prst="rect">
            <a:avLst/>
          </a:prstGeom>
          <a:solidFill>
            <a:srgbClr val="201018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296265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gpt-5-nano-1 was too small to reliably route replies to the correct tool field — a model-size issue masquerading as a prompt issue.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1005840"/>
            <a:ext cx="54864" cy="3657600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1316736"/>
            <a:ext cx="274320" cy="274320"/>
          </a:xfrm>
          <a:prstGeom prst="ellipse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1316736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Inference-first prompt — infer category &amp; brand from item name before asking anything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73752" y="1975104"/>
            <a:ext cx="274320" cy="274320"/>
          </a:xfrm>
          <a:prstGeom prst="ellipse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1975104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direct-answer guard in Python: if prior message was a canned prompt, record reply against that field without touching the LLM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73752" y="2633472"/>
            <a:ext cx="274320" cy="274320"/>
          </a:xfrm>
          <a:prstGeom prst="ellipse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9512" y="263347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enrichment hints — 2-4 targeted questions (e.g. storage capacity for phones, sole condition for trainers)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73752" y="3291840"/>
            <a:ext cx="274320" cy="274320"/>
          </a:xfrm>
          <a:prstGeom prst="ellipse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9512" y="3291840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model: gpt-5-nano-1  →  gpt-4.1-mini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36592" y="4160520"/>
            <a:ext cx="4224528" cy="475488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73752" y="420624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deterministic guards are cheaper and more reliable than prompt instructions for field-routing logic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Issue: 3 Bugs That Killed Pricing Accuracy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960120"/>
            <a:ext cx="8814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needed 20 valid comparables to price accurately. It was consistently returning 0-3. Sellers saw wrong prices or no price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4592" y="1389888"/>
            <a:ext cx="8814816" cy="98755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81328"/>
            <a:ext cx="1700784" cy="246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81328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 |  SORT ORDER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77393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1773936"/>
            <a:ext cx="7699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"sort": "price" forced eBay to return the cheapest junk first — phone cases, broken devices. The LLM filter correctly rejected all of them, leaving 0 valid comparables.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048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2048256"/>
            <a:ext cx="7982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sort param. eBay Best Match returns relevant listings by default.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468880"/>
            <a:ext cx="8814816" cy="98755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60320"/>
            <a:ext cx="2600554" cy="246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60320"/>
            <a:ext cx="26005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 |  OVER-SPECIFIC FALLBACK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85292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2852928"/>
            <a:ext cx="7699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 used top 8 extracted keywords. An 8-keyword eBay search is too restrictive — returns near-zero results.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127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3127248"/>
            <a:ext cx="7982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fallback to top 5 keywords. Wider query, more hits.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547872"/>
            <a:ext cx="8814816" cy="98755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39312"/>
            <a:ext cx="2150669" cy="246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39312"/>
            <a:ext cx="2150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 |  LOOP EXITS EARLY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93192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" y="3931920"/>
            <a:ext cx="7699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round 0 returned 0 candidates, the multi-round loop broke out completely instead of engaging the fallback round.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206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4206240"/>
            <a:ext cx="7982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break → continue. The adaptive fallback now fires as designed.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" y="4352544"/>
            <a:ext cx="8814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consistently hits 20 comparables in round 1. Pricing accuracy restored.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Handling Partial Failures — eBay Rejection Recovery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#39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941832"/>
            <a:ext cx="8814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eBay returns a 400 when required item-specifics (Connectivity, Colour, Model) are missing. The old publisher failed with status=error and halted the entire pipeline.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1168" y="1481328"/>
            <a:ext cx="1874520" cy="475488"/>
          </a:xfrm>
          <a:prstGeom prst="rect">
            <a:avLst/>
          </a:prstGeom>
          <a:solidFill>
            <a:srgbClr val="00C4D4">
              <a:alpha val="72000"/>
            </a:srgbClr>
          </a:solidFill>
          <a:ln w="19050">
            <a:solidFill>
              <a:srgbClr val="00C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4813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intake_complete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75688" y="1719072"/>
            <a:ext cx="24688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2576" y="1481328"/>
            <a:ext cx="1874520" cy="475488"/>
          </a:xfrm>
          <a:prstGeom prst="rect">
            <a:avLst/>
          </a:prstGeom>
          <a:solidFill>
            <a:srgbClr val="00C4D4">
              <a:alpha val="72000"/>
            </a:srgbClr>
          </a:solidFill>
          <a:ln w="19050">
            <a:solidFill>
              <a:srgbClr val="00C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4813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97096" y="1719072"/>
            <a:ext cx="24688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1481328"/>
            <a:ext cx="1874520" cy="475488"/>
          </a:xfrm>
          <a:prstGeom prst="rect">
            <a:avLst/>
          </a:prstGeom>
          <a:solidFill>
            <a:srgbClr val="3E9BFF">
              <a:alpha val="72000"/>
            </a:srgbClr>
          </a:solidFill>
          <a:ln w="19050">
            <a:solidFill>
              <a:srgbClr val="3E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4813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18504" y="1719072"/>
            <a:ext cx="246888" cy="0"/>
          </a:xfrm>
          <a:prstGeom prst="line">
            <a:avLst/>
          </a:prstGeom>
          <a:noFill/>
          <a:ln w="25400">
            <a:solidFill>
              <a:srgbClr val="EE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1481328"/>
            <a:ext cx="1874520" cy="475488"/>
          </a:xfrm>
          <a:prstGeom prst="rect">
            <a:avLst/>
          </a:prstGeom>
          <a:solidFill>
            <a:srgbClr val="3DCB8A">
              <a:alpha val="72000"/>
            </a:srgbClr>
          </a:solidFill>
          <a:ln w="19050">
            <a:solidFill>
              <a:srgbClr val="3DC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4813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9704" y="1956816"/>
            <a:ext cx="0" cy="438912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2395728"/>
            <a:ext cx="4288536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0299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400: parse missing fields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2395728"/>
            <a:ext cx="1874520" cy="475488"/>
          </a:xfrm>
          <a:prstGeom prst="rect">
            <a:avLst/>
          </a:prstGeom>
          <a:solidFill>
            <a:srgbClr val="FF6B35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23957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needs_specifics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138428" y="2871216"/>
            <a:ext cx="0" cy="36576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236976"/>
            <a:ext cx="1874520" cy="475488"/>
          </a:xfrm>
          <a:prstGeom prst="rect">
            <a:avLst/>
          </a:prstGeom>
          <a:solidFill>
            <a:srgbClr val="007A8A">
              <a:alpha val="80000"/>
            </a:srgbClr>
          </a:solidFill>
          <a:ln w="19050">
            <a:solidFill>
              <a:srgbClr val="00C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2369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asks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questions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75688" y="3474720"/>
            <a:ext cx="640080" cy="0"/>
          </a:xfrm>
          <a:prstGeom prst="line">
            <a:avLst/>
          </a:prstGeom>
          <a:noFill/>
          <a:ln w="25400">
            <a:solidFill>
              <a:srgbClr val="00C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33284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re-triggers pipeline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2331720"/>
            <a:ext cx="4315968" cy="1700784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23865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reactive over proactive?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697480"/>
            <a:ext cx="54864" cy="23774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688336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eBay's error is always current — no Taxonomy API cache drift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3026664"/>
            <a:ext cx="54864" cy="23774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017520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handles all 400 error types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00600" y="3355848"/>
            <a:ext cx="54864" cy="23774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346704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API calls on the happy path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00600" y="3685032"/>
            <a:ext cx="54864" cy="23774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675888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preview can be added later as a UI enhancement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Evolution: Celery → AWS SQS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1325880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#8  |  PR #9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950976"/>
            <a:ext cx="4279392" cy="3273552"/>
          </a:xfrm>
          <a:prstGeom prst="rect">
            <a:avLst/>
          </a:prstGeom>
          <a:solidFill>
            <a:srgbClr val="201215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950976"/>
            <a:ext cx="4279392" cy="310896"/>
          </a:xfrm>
          <a:prstGeom prst="rect">
            <a:avLst/>
          </a:prstGeom>
          <a:solidFill>
            <a:srgbClr val="E84040">
              <a:alpha val="80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950976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Celery + Redis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1353312"/>
            <a:ext cx="54864" cy="31089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3350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Redis broker — extra service to manage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" y="1792224"/>
            <a:ext cx="54864" cy="31089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739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must stay alive alongside the API process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" y="2231136"/>
            <a:ext cx="54864" cy="31089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212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durability — messages lost on crash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" y="2670048"/>
            <a:ext cx="54864" cy="31089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517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scaling policy required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" y="3108960"/>
            <a:ext cx="54864" cy="31089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90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dependency: celery[redis] in pyproject.toml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3984" y="2587752"/>
            <a:ext cx="256032" cy="0"/>
          </a:xfrm>
          <a:prstGeom prst="line">
            <a:avLst/>
          </a:prstGeom>
          <a:noFill/>
          <a:ln w="31750">
            <a:solidFill>
              <a:srgbClr val="00C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0016" y="950976"/>
            <a:ext cx="4279392" cy="3273552"/>
          </a:xfrm>
          <a:prstGeom prst="rect">
            <a:avLst/>
          </a:prstGeom>
          <a:solidFill>
            <a:srgbClr val="0E2015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950976"/>
            <a:ext cx="4279392" cy="310896"/>
          </a:xfrm>
          <a:prstGeom prst="rect">
            <a:avLst/>
          </a:prstGeom>
          <a:solidFill>
            <a:srgbClr val="3DCB8A">
              <a:alpha val="80000"/>
            </a:srgbClr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950976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AWS SQS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28032" y="1353312"/>
            <a:ext cx="54864" cy="31089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13350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at-least-once delivery — no lost messages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28032" y="1792224"/>
            <a:ext cx="54864" cy="31089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17739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management — no broker process to babysit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8032" y="2231136"/>
            <a:ext cx="54864" cy="31089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212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in every message payload, validated before any DB 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28032" y="2670048"/>
            <a:ext cx="54864" cy="31089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6517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worker with registered task handlers + clean shutdown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28032" y="3108960"/>
            <a:ext cx="54864" cy="31089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090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independently via ECS Fargate queue-depth metric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64592" y="4297680"/>
            <a:ext cx="8814816" cy="32004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2608" y="432511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changes deployed independently behind the same API contract. Rollback = revert the PR.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What Stays in Code, Not in the Prompt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#51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932688"/>
            <a:ext cx="2176272" cy="320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326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932688"/>
            <a:ext cx="3090672" cy="320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93268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96128" y="932688"/>
            <a:ext cx="3401568" cy="320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932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 Prompt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4592" y="1289304"/>
            <a:ext cx="8814816" cy="62179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44168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floor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7168" y="1344168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wrapper rejects counter_offer / accept_offer below walk_away_price before tool executes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0136" y="13441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walk_away_price never appears in any prompt — LLM has no knowledge of 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1947672"/>
            <a:ext cx="8814816" cy="62179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002536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double-sell lock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87168" y="2002536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FOR UPDATE in serialisable Postgres transaction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0136" y="200253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cannot be described away — must be code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2606040"/>
            <a:ext cx="8814816" cy="62179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660904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field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7168" y="2660904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_apply_direct_answer_guard() maps replies to fields deterministically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0136" y="26609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consulted when context is genuinely ambiguous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4592" y="3264408"/>
            <a:ext cx="8814816" cy="62179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19272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7168" y="3319272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cannot write seller_id / status. Agent 4 cannot skip validation.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0136" y="331927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enforced at the tool layer, not in system prompt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922776"/>
            <a:ext cx="8814816" cy="62179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77640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(RLS)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87168" y="3977640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policies + seller_id from JWT, never from request body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0136" y="397764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multi-tenancy logic in any agent prompt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 &amp; Human-in-the-Loop Design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6510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932688"/>
            <a:ext cx="2816352" cy="34747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932688"/>
            <a:ext cx="2816352" cy="310896"/>
          </a:xfrm>
          <a:prstGeom prst="rect">
            <a:avLst/>
          </a:prstGeom>
          <a:solidFill>
            <a:srgbClr val="00C4D4">
              <a:alpha val="80000"/>
            </a:srgbClr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9326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draft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" y="1298448"/>
            <a:ext cx="726034" cy="24688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98448"/>
            <a:ext cx="726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" y="1609344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requires seller approval. Builds a ground-truth dataset of approved replies used to evaluate quality.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" y="233172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" y="2578608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786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all drafts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" y="298094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" y="3218688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186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send_info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" y="3456432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counter_offer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" y="3694176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9417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accept_offer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" y="3931920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" y="4169664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6966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confirm_sale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36392" y="932688"/>
            <a:ext cx="2816352" cy="34747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36392" y="932688"/>
            <a:ext cx="2816352" cy="310896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9544" y="9326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auto_low_risk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9544" y="1298448"/>
            <a:ext cx="651053" cy="24688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9544" y="1298448"/>
            <a:ext cx="6510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9544" y="1609344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Auto-sends informational replies and declines. Drafts anything touching price or commitment.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9544" y="233172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Auto-sent: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9544" y="2578608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5786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send_info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9544" y="2816352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81635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9544" y="32186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9544" y="3456432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45643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counter_offer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9544" y="3694176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69417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accept_offer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9544" y="3931920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9319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confirm_sale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08192" y="932688"/>
            <a:ext cx="2816352" cy="347472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08192" y="932688"/>
            <a:ext cx="2816352" cy="310896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1344" y="9326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full_auto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81344" y="1298448"/>
            <a:ext cx="1475842" cy="246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1298448"/>
            <a:ext cx="147584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(explicit)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81344" y="1609344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replies sent autonomously. Code guardrails still enforce floor price and serialisable sale lock.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81344" y="233172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Auto-sent: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81344" y="2578608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5786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81344" y="298094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approval: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81344" y="3218688"/>
            <a:ext cx="54864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32186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price enforced in code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64592" y="4480560"/>
            <a:ext cx="8814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draft mode generates the ground-truth approval dataset used to measure and evolve agent quality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 Decision Quality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822960"/>
            <a:ext cx="4315968" cy="301752"/>
          </a:xfrm>
          <a:prstGeom prst="rect">
            <a:avLst/>
          </a:prstGeom>
          <a:solidFill>
            <a:srgbClr val="00C4D4">
              <a:alpha val="75000"/>
            </a:srgbClr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2296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Trace Observability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116128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every agent 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426464"/>
            <a:ext cx="54864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4173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completion tokens per 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682496"/>
            <a:ext cx="54864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6733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  ·  Model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938528"/>
            <a:ext cx="54864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2938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taken per 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194560"/>
            <a:ext cx="54864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185416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Per-seller, per-item trace IDs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5152" y="822960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822960"/>
            <a:ext cx="4315968" cy="301752"/>
          </a:xfrm>
          <a:prstGeom prst="rect">
            <a:avLst/>
          </a:prstGeom>
          <a:solidFill>
            <a:srgbClr val="3E9BFF">
              <a:alpha val="75000"/>
            </a:srgbClr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82296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Targets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116128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 vs human labels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6592" y="1426464"/>
            <a:ext cx="54864" cy="201168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4173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 F1 &gt; 0.80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36592" y="1682496"/>
            <a:ext cx="54864" cy="201168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6733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extraction  Precision &gt; 0.90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1938528"/>
            <a:ext cx="54864" cy="201168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92938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extraction  Recall &gt; 0.85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2194560"/>
            <a:ext cx="54864" cy="201168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185416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accuracy &gt; 0.82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" y="2779776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2779776"/>
            <a:ext cx="4315968" cy="301752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77977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Pricing — Shadow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" y="311810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 before any promotion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3383280"/>
            <a:ext cx="54864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374136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model: predictions stored is_shadow=true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3639312"/>
            <a:ext cx="54864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6301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shadow vs actual sale prices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3895344"/>
            <a:ext cx="54864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88620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only if MAE &lt;= current model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4151376"/>
            <a:ext cx="54864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414223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R-squared &gt; 0.65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45152" y="2779776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45152" y="2779776"/>
            <a:ext cx="4315968" cy="301752"/>
          </a:xfrm>
          <a:prstGeom prst="rect">
            <a:avLst/>
          </a:prstGeom>
          <a:solidFill>
            <a:srgbClr val="3DCB8A">
              <a:alpha val="75000"/>
            </a:srgbClr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77977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 Tests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36592" y="311810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CodeBuild on every push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36592" y="3383280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3374136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golden buyer messages — all intent classes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36592" y="3639312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73752" y="36301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correct tool action chosen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36592" y="3895344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388620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walk_away_price never leaks in reply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36592" y="4151376"/>
            <a:ext cx="54864" cy="201168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73752" y="414223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counter-offers &gt;= walk_away_price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64592" y="4352544"/>
            <a:ext cx="8814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check: all outputs referencing price or policy are validated against DB state — LLM output is never the final authority.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Determinism vs Flexibility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4315968" cy="347472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0467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CODE  —  Deterministic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315968" cy="347472"/>
          </a:xfrm>
          <a:prstGeom prst="rect">
            <a:avLst/>
          </a:prstGeom>
          <a:solidFill>
            <a:srgbClr val="2A1F5A"/>
          </a:solidFill>
          <a:ln w="12700">
            <a:solidFill>
              <a:srgbClr val="3E2F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LLM  —  Flexible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4592" y="1225296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1225296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2618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floor enforcement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" y="146304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business constraint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" y="1700784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1700784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7373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transaction lock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" y="193852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prevention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" y="2176272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176272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2128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routing guard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" y="2414016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prompting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2651760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651760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68833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isolation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" y="2889504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no LLM involvement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4592" y="3127248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4592" y="3127248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316382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boundaries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" y="3364992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fields &amp; actions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4592" y="3602736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3602736"/>
            <a:ext cx="54864" cy="438912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6393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alerting thresholds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" y="384048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not judgement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225296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225296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2618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title &amp; description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146304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SEO + language skill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700784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1700784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7373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brand inference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193852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reasoning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176272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176272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2128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intent classification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2414016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651760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2651760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68833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response tone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2889504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Situation-dependent nuance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127248"/>
            <a:ext cx="4315968" cy="438912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3127248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316382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decision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3364992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full context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602736"/>
            <a:ext cx="4315968" cy="438912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3602736"/>
            <a:ext cx="54864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6393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question choice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0600" y="384048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Category-aware dialogue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4592" y="4297680"/>
            <a:ext cx="8814816" cy="32004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92608" y="432511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hard constraint / correct answer / security boundary -&gt; code.  Language / context / judgement -&gt; LLM.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Agent Access to Sensitive Data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822960"/>
            <a:ext cx="4315968" cy="301752"/>
          </a:xfrm>
          <a:prstGeom prst="rect">
            <a:avLst/>
          </a:prstGeom>
          <a:solidFill>
            <a:srgbClr val="00C4D4">
              <a:alpha val="75000"/>
            </a:srgbClr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2296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Isolation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353312"/>
            <a:ext cx="91440" cy="9144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26187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policies on all seller tables — DB enforces isolation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773936"/>
            <a:ext cx="91440" cy="9144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68249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injected from verified JWT — never from request body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194560"/>
            <a:ext cx="91440" cy="9144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1031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read-only DB role for Agent 2 (SELECT on comparables 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822960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45152" y="822960"/>
            <a:ext cx="4315968" cy="301752"/>
          </a:xfrm>
          <a:prstGeom prst="rect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82296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Floor Privacy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1353312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26187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walk_away_price / min_acceptable_price never written to any LLM prompt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1773936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168249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Python wrapper at the tool layer — LLM sees neither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2194560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1031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regression tests assert the value never leaks in any reply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2779776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2779776"/>
            <a:ext cx="4315968" cy="301752"/>
          </a:xfrm>
          <a:prstGeom prst="rect">
            <a:avLst/>
          </a:prstGeom>
          <a:solidFill>
            <a:srgbClr val="3E9BFF">
              <a:alpha val="75000"/>
            </a:srgbClr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77977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OAuth &amp; Token 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3310128"/>
            <a:ext cx="91440" cy="91440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2186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+ state nonce flow — no implicit grant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730752"/>
            <a:ext cx="91440" cy="91440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63931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encrypted at rest with AES-256-GCM in platform_credentials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151376"/>
            <a:ext cx="91440" cy="91440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5993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 refreshes tokens hourly — no long-lived secrets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45152" y="2779776"/>
            <a:ext cx="4315968" cy="1828800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5152" y="2779776"/>
            <a:ext cx="4315968" cy="301752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77977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 Layer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36592" y="3310128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2186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(RS256/HS256) — 30 min access token, 7 day refresh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3730752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63931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on all stored passwords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36592" y="4151376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05993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scheduler endpoints gated by X-Internal-Key header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4592" y="4352544"/>
            <a:ext cx="8814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operates on data scoped to the calling seller — isolation is enforced at the DB layer, independent of agent prompt behaviour.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0" y="1280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00C4D4">
              <a:alpha val="80000"/>
            </a:srgbClr>
          </a:solidFill>
          <a:ln w="25400">
            <a:solidFill>
              <a:srgbClr val="0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2344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0" kern="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 →  Pricing  →  eBay Listing  |  Buyer Message  →  Comms Agent Reply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2179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How Agent Behaviour Evolved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4718304"/>
            <a:ext cx="868680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Selling 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77240"/>
            <a:ext cx="8814816" cy="676656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77240"/>
            <a:ext cx="54864" cy="67665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78408"/>
            <a:ext cx="621792" cy="237744"/>
          </a:xfrm>
          <a:prstGeom prst="rect">
            <a:avLst/>
          </a:prstGeom>
          <a:solidFill>
            <a:srgbClr val="00C4D4">
              <a:alpha val="80000"/>
            </a:srgbClr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784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78408" y="832104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matters for tool-use reliability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8408" y="1088136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gpt-5-nano-1 silently mis-routed tool calls. Upgrading to gpt-4.1-mini resolved the intake loop immediately. Cheaper models work for generation; routing logic needs reasoning capacity.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1527048"/>
            <a:ext cx="8814816" cy="676656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4592" y="1527048"/>
            <a:ext cx="54864" cy="676656"/>
          </a:xfrm>
          <a:prstGeom prst="rect">
            <a:avLst/>
          </a:prstGeom>
          <a:solidFill>
            <a:srgbClr val="3E9BFF"/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28216"/>
            <a:ext cx="621792" cy="237744"/>
          </a:xfrm>
          <a:prstGeom prst="rect">
            <a:avLst/>
          </a:prstGeom>
          <a:solidFill>
            <a:srgbClr val="3E9BFF">
              <a:alpha val="80000"/>
            </a:srgbClr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2821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78408" y="1581912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guards beat prompt instructions for hard rules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" y="1837944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Instructing the LLM not to repeat questions cost multiple debugging sessions. A 12-line Python guard solved it permanently and is independently testable.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2276856"/>
            <a:ext cx="8814816" cy="676656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276856"/>
            <a:ext cx="54864" cy="676656"/>
          </a:xfrm>
          <a:prstGeom prst="rect">
            <a:avLst/>
          </a:prstGeom>
          <a:solidFill>
            <a:srgbClr val="3DCB8A"/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78024"/>
            <a:ext cx="621792" cy="237744"/>
          </a:xfrm>
          <a:prstGeom prst="rect">
            <a:avLst/>
          </a:prstGeom>
          <a:solidFill>
            <a:srgbClr val="3DCB8A">
              <a:alpha val="80000"/>
            </a:srgbClr>
          </a:solidFill>
          <a:ln w="12700">
            <a:solidFill>
              <a:srgbClr val="3DC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780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78408" y="2331720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real errors — don't predict them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8408" y="2587752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calling the Taxonomy API added complexity and could drift. Parsing the actual 400 response is always correct and handles all error types in one architecture.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3026664"/>
            <a:ext cx="8814816" cy="676656"/>
          </a:xfrm>
          <a:prstGeom prst="rect">
            <a:avLst/>
          </a:prstGeom>
          <a:solidFill>
            <a:srgbClr val="1C2F4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3026664"/>
            <a:ext cx="54864" cy="67665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27832"/>
            <a:ext cx="621792" cy="237744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2783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78408" y="3081528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 is not just safety — it is your eval dataset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8408" y="3337560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approval flow for Agent 4 replies generated the ground-truth data needed to measure quality and justify graduating to auto_low_risk mode.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" y="3776472"/>
            <a:ext cx="8814816" cy="676656"/>
          </a:xfrm>
          <a:prstGeom prst="rect">
            <a:avLst/>
          </a:prstGeom>
          <a:solidFill>
            <a:srgbClr val="152232"/>
          </a:solidFill>
          <a:ln w="6350">
            <a:solidFill>
              <a:srgbClr val="007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3776472"/>
            <a:ext cx="54864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77640"/>
            <a:ext cx="621792" cy="23774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9776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78408" y="3831336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agent logic decouple cleanly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78408" y="4087368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to SQS was a zero-regression migration. Agent behaviour and infrastructure can ship independently when the message schema contract is stable.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0" y="109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11680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runaway / looping agent behaviour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432304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14016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vs prompt — where guardrails live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163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and rolling back agent behaviour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236976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21868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wrong decisions when tools work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621024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failure handling in multi-agent workflows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2029968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011680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 for enterprise users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432304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414016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quality beyond accuracy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27448" y="2834640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8163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sensitive data from LLM access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27448" y="3236976"/>
            <a:ext cx="54864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321868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vs flexibility trade-offs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718304"/>
            <a:ext cx="8503920" cy="0"/>
          </a:xfrm>
          <a:prstGeom prst="line">
            <a:avLst/>
          </a:prstGeom>
          <a:noFill/>
          <a:ln w="9525">
            <a:solidFill>
              <a:srgbClr val="00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 |  traceropt@gmail.com  |  github.com/kjw009/multi-agentic-sales-representative-system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Selling Assistant — Engineering Deep-Dive</dc:title>
  <dc:subject>PptxGenJS Presentation</dc:subject>
  <dc:creator>Kevin</dc:creator>
  <cp:lastModifiedBy>Kevin</cp:lastModifiedBy>
  <cp:revision>1</cp:revision>
  <dcterms:created xsi:type="dcterms:W3CDTF">2026-05-14T07:37:29Z</dcterms:created>
  <dcterms:modified xsi:type="dcterms:W3CDTF">2026-05-14T07:37:29Z</dcterms:modified>
</cp:coreProperties>
</file>